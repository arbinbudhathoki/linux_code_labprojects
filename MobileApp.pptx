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79"/>
  </p:normalViewPr>
  <p:slideViewPr>
    <p:cSldViewPr snapToGrid="0">
      <p:cViewPr varScale="1">
        <p:scale>
          <a:sx n="91" d="100"/>
          <a:sy n="91" d="100"/>
        </p:scale>
        <p:origin x="19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A111-1167-C2D3-1732-3B550D883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E00D1-94D0-EF2C-A91B-422DF6452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98DEB-D627-FB15-E1F3-84965A5E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E325A-F514-A403-0DF1-B4854074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2078-956B-6C34-CB32-0C7A7422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9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B7E67-A871-F57C-3986-82EBF022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48505-E09F-536D-EFFB-A076CC730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4FEDB-64EB-5BF6-9AE4-E8EB4C6A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2634C-37A6-DC19-EEA2-9553EB7F3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B8009-7B22-AFB8-9CE9-54E356AA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9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743D-92C4-6B2C-DC2F-089DCA6AA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EB36D-306F-8046-8838-F1D700777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35170-6997-9511-AFBA-78776137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E497F-B318-F73D-73AF-2CE140D3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623F4-4F5A-A091-4E51-0E7F8D25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8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3840-81BE-E7DC-F7B5-025030A4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01C86-502D-44B1-CB8F-50D72092C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F1F86-1352-4B7F-D9C5-F5F5D9BCC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11AA9-D8FC-30B1-91AE-FDB351072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3135A-F4CE-BAFE-B9AC-54DEEA85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B5411-8799-5249-22E8-070CE2B9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9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6DE9-10AA-5FA9-3FEC-80ED515E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54FC0-FE35-2CC4-7CB6-307D3C96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8306D-278A-64CC-2776-0C98A352F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CCE416-FDB2-2D84-9638-4F2375EE5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3D18C-5DAC-DDF8-5AE8-ADABA39A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C5D81-57EC-547E-B7E3-5DBD9CCE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E89A0-9019-AEA7-AA43-E32F7E3B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BF9289-98C7-D07D-C3D8-101AD667D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2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6B91-EC9D-D3E8-A930-F324FAB1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F80CB-3502-A729-5815-02A670EE0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89A20D-ED83-C495-652F-8E18C52F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CDAC0-0A90-D743-3B8D-DEBFBFA4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5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1E280-6EC1-92A3-5B11-31BC8BB5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D5253-7798-B10E-13A9-557B46A5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54CF2-A540-0917-9FAD-A8CF5082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3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DB1A1-6D9D-6376-3899-3AB7978E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BAE44-AB39-41B7-2D4C-3AFFD86F5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D97FD-12D7-403D-EFAF-D8D37AF34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64086-4020-5387-4EBD-B4775278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04B09-8CF7-61C1-8A5A-3BE7FC97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A77B2-01C9-9BAE-E2A2-DFA25A56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7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5FDE-0353-9584-6034-B23B26E7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A36DA-BF2D-44B1-96EC-C760C9623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A8BF5-9D5C-960A-C11A-91CF75C77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0EC94-5B9F-9CE9-CE17-E3F472C5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4665C-E39A-BD76-54C1-6C73A7A2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B83F4-5B4B-107D-EDE5-4FEAD47A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0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627A-5826-D4EB-34E0-D8A64FB6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B2DD6-1C22-36AF-9CF4-7321A2ED1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87B1-6B75-D988-72AD-C3A83B1E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05E7B-83F0-26DA-3DEE-A330384BF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90CCC-DA5B-A3FC-A3E3-92BA41F8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345D53-2208-1E3B-B295-45FF80FF6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38F26-4F04-113F-1633-3300D2F30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C8B52-1AF4-2BEB-EA77-2B755E33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028ED-D882-2F53-7323-618AFA72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F29A1-A7A6-4E83-796C-0A995A7C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679FF8-C9AE-756E-F8ED-F2EFD076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9F4DA-AC13-52B1-DC0C-EC97DD035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57829-AC56-E596-082F-DE39E1BE6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83C25-F004-E84C-8570-54918D7D9D0E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5593F-8DD2-C65A-36EB-1646311AB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BCC4D-218D-25D7-30C0-56C37BF53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32728-0721-514B-B899-DA3F6428F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8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ilhouette of a unicorn at sunset&#10;&#10;AI-generated content may be incorrect.">
            <a:extLst>
              <a:ext uri="{FF2B5EF4-FFF2-40B4-BE49-F238E27FC236}">
                <a16:creationId xmlns:a16="http://schemas.microsoft.com/office/drawing/2014/main" id="{CBB0F6F2-43DA-2E31-FB53-876DA1E4B7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8" t="909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12E0E-B462-3724-74A1-222B49CD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Unicorn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94298A-CE15-4426-C7A8-1401CCA4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237" y="2718054"/>
            <a:ext cx="4927537" cy="729224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Project </a:t>
            </a:r>
            <a:r>
              <a:rPr lang="en-US" sz="1700" dirty="0" err="1">
                <a:solidFill>
                  <a:schemeClr val="bg1"/>
                </a:solidFill>
              </a:rPr>
              <a:t>G.Memebers</a:t>
            </a:r>
            <a:r>
              <a:rPr lang="en-US" sz="1700" dirty="0">
                <a:solidFill>
                  <a:schemeClr val="bg1"/>
                </a:solidFill>
              </a:rPr>
              <a:t>: Oshan </a:t>
            </a:r>
            <a:r>
              <a:rPr lang="en-US" sz="1700" dirty="0" err="1">
                <a:solidFill>
                  <a:schemeClr val="bg1"/>
                </a:solidFill>
              </a:rPr>
              <a:t>Mahrajan</a:t>
            </a:r>
            <a:r>
              <a:rPr lang="en-US" sz="1700" dirty="0">
                <a:solidFill>
                  <a:schemeClr val="bg1"/>
                </a:solidFill>
              </a:rPr>
              <a:t>, Ankur Adhikari, Milan Thapa, Kriti Magar, Shishir </a:t>
            </a:r>
            <a:r>
              <a:rPr lang="en-US" sz="1700" dirty="0" err="1">
                <a:solidFill>
                  <a:schemeClr val="bg1"/>
                </a:solidFill>
              </a:rPr>
              <a:t>Ghorashainee</a:t>
            </a:r>
            <a:r>
              <a:rPr lang="en-US" sz="1700" dirty="0">
                <a:solidFill>
                  <a:schemeClr val="bg1"/>
                </a:solidFill>
              </a:rPr>
              <a:t>, Arbin Budhathoki, </a:t>
            </a:r>
            <a:r>
              <a:rPr lang="en-US" sz="1700" dirty="0" err="1">
                <a:solidFill>
                  <a:schemeClr val="bg1"/>
                </a:solidFill>
              </a:rPr>
              <a:t>Radip</a:t>
            </a:r>
            <a:r>
              <a:rPr lang="en-US" sz="1700" dirty="0">
                <a:solidFill>
                  <a:schemeClr val="bg1"/>
                </a:solidFill>
              </a:rPr>
              <a:t> Shrestha</a:t>
            </a: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44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310E1-44E6-B6EE-FABE-8A87F4B93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NKU Housing App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43E9C6-CC3E-84E5-0C91-896715480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The app enhance student living and provides valuable insights into housing options at Northern Kentucky University.</a:t>
            </a:r>
          </a:p>
        </p:txBody>
      </p:sp>
      <p:pic>
        <p:nvPicPr>
          <p:cNvPr id="5" name="Content Placeholder 4" descr="A screenshot of a mobile app&#10;&#10;AI-generated content may be incorrect.">
            <a:extLst>
              <a:ext uri="{FF2B5EF4-FFF2-40B4-BE49-F238E27FC236}">
                <a16:creationId xmlns:a16="http://schemas.microsoft.com/office/drawing/2014/main" id="{F2453DD3-2390-2A1C-9AF2-2A54D98EA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65" r="1821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7090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E66CD445-857F-A374-31E7-3FCECE2F8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2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F3FAB-2FD4-0F96-89B4-E139BA9A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647" y="1161288"/>
            <a:ext cx="9879365" cy="1124712"/>
          </a:xfrm>
        </p:spPr>
        <p:txBody>
          <a:bodyPr anchor="b">
            <a:norm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Presntation</a:t>
            </a:r>
            <a:r>
              <a:rPr lang="en-US" sz="2800" dirty="0">
                <a:solidFill>
                  <a:schemeClr val="bg1"/>
                </a:solidFill>
              </a:rPr>
              <a:t> Team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A1154-BBAC-892A-4EDB-578975039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409" y="2718054"/>
            <a:ext cx="9879365" cy="3207258"/>
          </a:xfrm>
        </p:spPr>
        <p:txBody>
          <a:bodyPr anchor="t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Oshan</a:t>
            </a:r>
            <a:r>
              <a:rPr lang="en-US" sz="1400" dirty="0">
                <a:solidFill>
                  <a:schemeClr val="bg1"/>
                </a:solidFill>
              </a:rPr>
              <a:t> leads the NKU Housing Android App project, coordinating team efforts and ensuring project milestones are achieved. With a background in software development, he oversees the technical aspects and user experience design.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Arbin </a:t>
            </a:r>
            <a:r>
              <a:rPr lang="en-US" sz="1400" dirty="0">
                <a:solidFill>
                  <a:schemeClr val="bg1"/>
                </a:solidFill>
              </a:rPr>
              <a:t>specializes in mobile app development and is responsible for coding the application features. He has experience in Java and Kotlin, contributing to the app's functionality and performance optimization.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 Shishir </a:t>
            </a:r>
            <a:r>
              <a:rPr lang="en-US" sz="1400" dirty="0">
                <a:solidFill>
                  <a:schemeClr val="bg1"/>
                </a:solidFill>
              </a:rPr>
              <a:t>focuses on the user interface and experience design, creating intuitive layouts and visual elements. His expertise in design principles ensures that the app is user-friendly and visually appealing.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 Milan </a:t>
            </a:r>
            <a:r>
              <a:rPr lang="en-US" sz="1400" dirty="0">
                <a:solidFill>
                  <a:schemeClr val="bg1"/>
                </a:solidFill>
              </a:rPr>
              <a:t>is in charge of testing the app for bugs and ensuring it meets quality standards. He conducts user testing and collects feedback to enhance the app's overall performance.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Ankur </a:t>
            </a:r>
            <a:r>
              <a:rPr lang="en-US" sz="1400" dirty="0">
                <a:solidFill>
                  <a:schemeClr val="bg1"/>
                </a:solidFill>
              </a:rPr>
              <a:t>develops marketing strategies to promote the NKU Housing Android App. His role involves conducting market research and planning outreach initiatives to attract users.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Kriti </a:t>
            </a:r>
            <a:r>
              <a:rPr lang="en-US" sz="1400" dirty="0">
                <a:solidFill>
                  <a:schemeClr val="bg1"/>
                </a:solidFill>
              </a:rPr>
              <a:t>analyzes user data and feedback to provide insights for app improvements. Her expertise helps the team understand user needs and enhance the app's features accordingly. </a:t>
            </a:r>
          </a:p>
          <a:p>
            <a:r>
              <a:rPr lang="en-US" sz="1400" b="1" dirty="0" err="1">
                <a:solidFill>
                  <a:schemeClr val="bg1"/>
                </a:solidFill>
              </a:rPr>
              <a:t>Radip</a:t>
            </a:r>
            <a:r>
              <a:rPr lang="en-US" sz="1400" dirty="0">
                <a:solidFill>
                  <a:schemeClr val="bg1"/>
                </a:solidFill>
              </a:rPr>
              <a:t> assists in managing project timelines and resources. He ensures effective communication within the team and supports various administrative tasks related to the project.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62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holding a phone&#10;&#10;AI-generated content may be incorrect.">
            <a:extLst>
              <a:ext uri="{FF2B5EF4-FFF2-40B4-BE49-F238E27FC236}">
                <a16:creationId xmlns:a16="http://schemas.microsoft.com/office/drawing/2014/main" id="{562A1AB8-F3BA-A778-D10E-E4392431D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45" t="9091" r="16225" b="-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C918D-4240-3F8B-F615-A4AAFD8B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Oshan (Team Leader)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Content Creator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EBAE53-DC33-A382-35D0-A8A905D6E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The NKU Housing Android app is designed to help NKU students find compatible roommates based on shared interests, habits, and preferences.</a:t>
            </a:r>
          </a:p>
          <a:p>
            <a:r>
              <a:rPr lang="en-US" sz="1700" dirty="0">
                <a:solidFill>
                  <a:schemeClr val="bg1"/>
                </a:solidFill>
              </a:rPr>
              <a:t>It functions similarly to a dating app but focuses on roommate matching.</a:t>
            </a:r>
          </a:p>
          <a:p>
            <a:r>
              <a:rPr lang="en-US" sz="1700" dirty="0">
                <a:solidFill>
                  <a:schemeClr val="bg1"/>
                </a:solidFill>
              </a:rPr>
              <a:t>the purpose of the app and how it works at a high level. They can use a simple analogy to make it relatable.</a:t>
            </a:r>
          </a:p>
        </p:txBody>
      </p:sp>
    </p:spTree>
    <p:extLst>
      <p:ext uri="{BB962C8B-B14F-4D97-AF65-F5344CB8AC3E}">
        <p14:creationId xmlns:p14="http://schemas.microsoft.com/office/powerpoint/2010/main" val="294954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A0850-E5B8-5043-1A02-3289DBB283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9" r="26083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0D5A1-1DDB-8A53-CC55-155F6E0E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Ankur Adhikari: Profile Creation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43814-56CA-3889-EE8F-AC940D60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5724906" cy="3207258"/>
          </a:xfrm>
        </p:spPr>
        <p:txBody>
          <a:bodyPr anchor="t">
            <a:norm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focuses on the first step of the app: creating a profile. They explain what kind of information users need to provide (e.g., hobbies, sleeping habits, cleanliness preferences) and why this is important for finding a good match.</a:t>
            </a:r>
          </a:p>
          <a:p>
            <a:r>
              <a:rPr lang="en-US" sz="1400" b="0" i="0" dirty="0">
                <a:solidFill>
                  <a:schemeClr val="bg1"/>
                </a:solidFill>
                <a:effectLst/>
                <a:latin typeface="Inter"/>
              </a:rPr>
              <a:t>focuses on the first step of the app: creating a profile. They explain what kind of information users need to provide (e.g., hobbies, sleeping habits, cleanliness preferences) and why this is important for finding a good match.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37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430</Words>
  <Application>Microsoft Macintosh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Inter</vt:lpstr>
      <vt:lpstr>Office Theme</vt:lpstr>
      <vt:lpstr>Unicorn</vt:lpstr>
      <vt:lpstr>NKU Housing App</vt:lpstr>
      <vt:lpstr>Presntation Team</vt:lpstr>
      <vt:lpstr>Oshan (Team Leader) Content Creator</vt:lpstr>
      <vt:lpstr>Ankur Adhikari: Profile Creation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Arbin Budhathoki</dc:creator>
  <cp:lastModifiedBy>Arbin Budhathoki</cp:lastModifiedBy>
  <cp:revision>3</cp:revision>
  <dcterms:created xsi:type="dcterms:W3CDTF">2025-03-05T22:39:02Z</dcterms:created>
  <dcterms:modified xsi:type="dcterms:W3CDTF">2025-03-05T23:12:14Z</dcterms:modified>
</cp:coreProperties>
</file>